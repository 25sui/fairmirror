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FairMirror：AI 反偏见招聘镜像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招聘公平审计与合规证据平台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建议放 Dashboard 截图或产品 Logo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作品类型：AI 应用 / 算法模型应用技术类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关键词：招聘公平、偏见审计、可解释 AI、合规证据链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团队 / 作者：请手动填写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讲解词：FairMirror 不是招聘系统，而是招聘 AI 和招聘流程之前的一层公平审计网关。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01 / 16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让招聘公平从口号变成指标、证据和流程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一句话介绍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三段式卡片：指标 / 证据 / 整改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招聘公平不是口号，而是可量化指标。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每个风险都有证据、解释和整改建议。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企业获得合规留痕，求职者获得被公平看见的机会。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讲解词：把公平性从原则性表达，落到每一次招聘审计的可复核结果里。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02 / 16</a:t>
            </a:r>
            <a:endParaRPr lang="zh-CN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AI 招聘提升效率，也可能放大隐性偏见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问题背景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招聘流程漏斗 + 偏见风险点标注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自动筛选、智能面试和算法排序正在进入招聘流程。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年龄、性别、学历、地域、婚育等因素可能被显性或隐性利用。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企业缺少解释证据和整改闭环。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求职者不知道自己为什么被误筛。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招聘 / 雇佣 AI 已进入高风险合规场景。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讲解词：招聘是高影响决策，效率不能以公平为代价。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03 / 16</a:t>
            </a:r>
            <a:endParaRPr lang="zh-CN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现有工具各有侧重，但缺少招聘公平闭环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市场调研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竞品对比表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Textio：偏 JD 文案优化。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Workday / Greenhouse：偏招聘流程管理。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HireVue / Applied：偏结构化面试。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Fairlearn / Aequitas：偏算法实验工具。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FairMirror：把公平指标、偏见检测、解释归因、合规报告做成招聘业务闭环。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讲解词：差异点是业务闭环和证据链，而不是单点检测。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04 / 16</a:t>
            </a:r>
            <a:endParaRPr lang="zh-CN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不是 ATS，不是 JD 美化工具，而是公平审计网关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产品定位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四段流程图：输入 → 审计 → 整改 → 报告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JD / 简历 / 面试 CSV 输入。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FairMirror 完成公平审计。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输出风险发现、解释和整改建议。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沉淀审计记录和合规报告。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讲解词：不替企业做录用决定，而是为流程提供第三方审计视角。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05 / 16</a:t>
            </a:r>
            <a:endParaRPr lang="zh-CN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一个 Dashboard 串起招聘公平审计全链路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系统总览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截图占位：Dashboard 页面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FairMirror Index：组织级招聘公平性指数。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开放风险：仍需整改的偏见项。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合规就绪度：EU AI Act 与中国 AI 伦理检查准备程度。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审计任务流：JD、简历、面试、合规四类任务闭环。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报告摘要：把审计历史沉淀为可展示结果。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讲解词：证明系统不是静态演示，而是可以持续记录、聚合和展示的审计平台。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06 / 16</a:t>
            </a:r>
            <a:endParaRPr lang="zh-CN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发布前识别岗位描述中的偏见表达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核心功能 1：JD 智能审计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截图占位：JD 审计页面，高亮与对照视图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支持输入或上传 .txt/.md/.csv/.docx/.pdf。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检测年龄、学历、地域、性别暗示、工作风格偏见。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原文命中高亮，定位风险位置。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输出风险原因、规则来源、替代表达和整改版 JD。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讲解词：评委可以直接看到哪里错、为什么错、怎么改。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07 / 16</a:t>
            </a:r>
            <a:endParaRPr lang="zh-CN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发现简历中可能触发误筛的敏感信息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核心功能 2：简历防御盾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截图占位：简历检查页面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扫描照片、性别、婚育、籍贯、年龄、毕业年份、空窗期。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标记敏感信息和代理变量。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模拟 ATS 通过率变化。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生成匿名化、能力导向的简历版本。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讲解词：求职者知道为什么可能被误筛，企业也知道哪些字段不该进入自动化判断。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08 / 16</a:t>
            </a:r>
            <a:endParaRPr lang="zh-CN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用群体指标发现面试流程是否存在差异影响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核心功能 3：面试公平监控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截图占位：面试监控指标卡和图表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支持 CSV 批量上传。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计算不同群体通过率。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使用 4/5 法则判断差异影响。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展示 selection_rate、disparate_impact_ratio、demographic_parity_difference。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解释评分差距和追问深度差异。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讲解词：系统不替企业决定录用谁，而是指出流程是否需要人工复核。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09 / 16</a:t>
            </a:r>
            <a:endParaRPr lang="zh-CN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规则、语义复核、模型归因与对抗去偏组合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核心功能 4：算法壁垒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截图占位：算法壁垒页面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RoBERTa 适配层：支持真实模型路径，也支持本地降级模式。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Token / 短语归因：展示哪些词推动风险判断。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模型风险发现表：说明风险来源和置信度。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对抗去偏 demo：展示去偏前后公平指标变化。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讲解词：证明作品有 AI 技术路线，而不是普通业务页面堆叠。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10 / 16</a:t>
            </a:r>
            <a:endParaRPr lang="zh-CN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把审计过程沉淀为可归档、可复核的证据链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核心功能 5：合规报告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截图占位：合规报告页面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正式报告封面、审计范围与核心结论。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风险证据链。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EU AI Act 与中国 AI 伦理检查清单。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整改路线图与签核区。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支持 JSON / PDF 导出。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讲解词：企业最终需要的不只是检测结果，而是能归档、能复核、能交付的合规材料。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11 / 16</a:t>
            </a:r>
            <a:endParaRPr lang="zh-CN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前端、后端、审计引擎、数据层和报告层分工清晰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技术架构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分层架构图占位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前端：React + TypeScript + Ant Design + Recharts。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后端：FastAPI /api/v1 接口层。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审计引擎：规则库、语义复核、RoBERTa 适配、Token 归因、对抗去偏 demo。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数据层：SQLite / PostgreSQL 审计记录库。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输出层：Dashboard / 合规报告 / PDF 导出。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讲解词：架构重点是把每次审计沉淀为结构化证据，而不是只做一次性检测。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12 / 16</a:t>
            </a:r>
            <a:endParaRPr lang="zh-CN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先稳定可信，再逐步增强模型能力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AI 技术方案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五模块能力矩阵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配置化规则库：稳定、可解释、可维护。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结构化语义复核：补充隐性年龄、学历代理、地域倾向。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RoBERTa 适配层：统一模型输出结构，支持降级演示。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Token / 短语归因：让风险判断不再是黑盒。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对抗去偏：展示去偏前后公平指标改善。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讲解词：没有盲目追求大模型，而是用可复核的混合审计方案保证项目可落地。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13 / 16</a:t>
            </a:r>
            <a:endParaRPr lang="zh-CN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FairMirror 的四个创新点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创新点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四象限创新点卡片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从单点 JD 优化扩展为招聘全链路审计。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把公平性变成指标、证据链和整改路线图。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同时服务企业和求职者，兼顾治理与防御。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规则、语义复核、模型归因、对抗去偏组合，兼顾稳定性和技术壁垒。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讲解词：创新点不只是算法，而是把算法能力嵌入真实招聘治理流程。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14 / 16</a:t>
            </a:r>
            <a:endParaRPr lang="zh-CN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从 MVP 到招聘 AI 治理基础设施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商业化与落地规划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商业模式 + 落地路线图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企业 SaaS：按组织、岗位数、审计次数订阅。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API 授权：接入 ATS、面试系统、招聘官网。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第三方公平认证：年度招聘公平审计报告。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个人简历防御盾：面向求职者提供匿名化和 ATS 模拟。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落地路径：MVP → 企业试点 → 数据闭环 → 认证服务 → 平台化。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讲解词：落地方式不是替换企业系统，而是作为审计网关接入现有流程。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15 / 16</a:t>
            </a:r>
            <a:endParaRPr lang="zh-CN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50000" y="42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dirty="0">
                <a:b/>
                <a:solidFill>
                  <a:srgbClr val="0F172A"/>
                </a:solidFill>
                <a:latin typeface="Microsoft YaHei"/>
                <a:ea typeface="Microsoft YaHei"/>
              </a:rPr>
              <a:t>让招聘效率有证据，让招聘公平可量化</a:t>
            </a:r>
            <a:endParaRPr lang="zh-CN" sz="3000"/>
          </a:p>
        </p:txBody>
      </p:sp>
      <p:sp>
        <p:nvSpPr>
          <p:cNvPr id="4" name="Subtitle"/>
          <p:cNvSpPr txBox="1"/>
          <p:nvPr/>
        </p:nvSpPr>
        <p:spPr>
          <a:xfrm>
            <a:off x="670000" y="1080000"/>
            <a:ext cx="8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6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结束页</a:t>
            </a:r>
            <a:endParaRPr lang="zh-CN" sz="1600"/>
          </a:p>
        </p:txBody>
      </p:sp>
      <p:sp>
        <p:nvSpPr>
          <p:cNvPr id="5" name="Visual Placeholder"/>
          <p:cNvSpPr/>
          <p:nvPr/>
        </p:nvSpPr>
        <p:spPr>
          <a:xfrm>
            <a:off x="7650000" y="1680000"/>
            <a:ext cx="3750000" cy="3100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</p:sp>
      <p:sp>
        <p:nvSpPr>
          <p:cNvPr id="6" name="Visual Text"/>
          <p:cNvSpPr txBox="1"/>
          <p:nvPr/>
        </p:nvSpPr>
        <p:spPr>
          <a:xfrm>
            <a:off x="7900000" y="2420000"/>
            <a:ext cx="32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配图 / 截图占位</a:t>
            </a:r>
            <a:endParaRPr lang="zh-CN" sz="1500"/>
          </a:p>
          <a:p>
            <a:pPr/>
            <a:r>
              <a:rPr lang="zh-CN" sz="1500" dirty="0">
                <a:b/>
                <a:solidFill>
                  <a:srgbClr val="0F766E"/>
                </a:solidFill>
                <a:latin typeface="Microsoft YaHei"/>
                <a:ea typeface="Microsoft YaHei"/>
              </a:rPr>
              <a:t>GitHub 地址 / Demo 地址 / 最终报告截图</a:t>
            </a:r>
            <a:endParaRPr lang="zh-CN" sz="1500"/>
          </a:p>
        </p:txBody>
      </p:sp>
      <p:sp>
        <p:nvSpPr>
          <p:cNvPr id="7" name="Bullets"/>
          <p:cNvSpPr txBox="1"/>
          <p:nvPr/>
        </p:nvSpPr>
        <p:spPr>
          <a:xfrm>
            <a:off x="760000" y="1780000"/>
            <a:ext cx="6400000" cy="3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每个风险都有证据、解释和整改建议。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每次审计都有记录和报告。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企业获得合规留痕，求职者获得被公平看见的机会。</a:t>
            </a:r>
            <a:endParaRPr lang="zh-CN" sz="1750"/>
          </a:p>
          <a:p>
            <a:pPr marL="285750" indent="-171450">
              <a:buChar char="•"/>
            </a:pPr>
            <a:r>
              <a:rPr lang="zh-CN" sz="1750" dirty="0">
                <a:solidFill>
                  <a:srgbClr val="1F2937"/>
                </a:solidFill>
                <a:latin typeface="Microsoft YaHei"/>
                <a:ea typeface="Microsoft YaHei"/>
              </a:rPr>
              <a:t>FairMirror 希望成为招聘 AI 时代的公平基础设施。</a:t>
            </a:r>
            <a:endParaRPr lang="zh-CN" sz="1750"/>
          </a:p>
        </p:txBody>
      </p:sp>
      <p:sp>
        <p:nvSpPr>
          <p:cNvPr id="8" name="Note Box"/>
          <p:cNvSpPr/>
          <p:nvPr/>
        </p:nvSpPr>
        <p:spPr>
          <a:xfrm>
            <a:off x="760000" y="5350000"/>
            <a:ext cx="10550000" cy="700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9" name="Speaker Note"/>
          <p:cNvSpPr txBox="1"/>
          <p:nvPr/>
        </p:nvSpPr>
        <p:spPr>
          <a:xfrm>
            <a:off x="1000000" y="5530000"/>
            <a:ext cx="99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dirty="0">
                <a:solidFill>
                  <a:srgbClr val="475569"/>
                </a:solidFill>
                <a:latin typeface="Microsoft YaHei"/>
                <a:ea typeface="Microsoft YaHei"/>
              </a:rPr>
              <a:t>讲解词：招聘公平不是降低效率，而是让效率有边界、有证据、有复核。</a:t>
            </a:r>
            <a:endParaRPr lang="zh-CN" sz="1300"/>
          </a:p>
        </p:txBody>
      </p:sp>
      <p:sp>
        <p:nvSpPr>
          <p:cNvPr id="10" name="Footer"/>
          <p:cNvSpPr txBox="1"/>
          <p:nvPr/>
        </p:nvSpPr>
        <p:spPr>
          <a:xfrm>
            <a:off x="10100000" y="63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16 / 16</a:t>
            </a:r>
            <a:endParaRPr lang="zh-CN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irMirror">
  <a:themeElements>
    <a:clrScheme name="FairMirror">
      <a:dk1>
        <a:srgbClr val="0F172A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2563EB"/>
      </a:accent2>
      <a:accent3>
        <a:srgbClr val="F59E0B"/>
      </a:accent3>
      <a:accent4>
        <a:srgbClr val="EF4444"/>
      </a:accent4>
      <a:accent5>
        <a:srgbClr val="64748B"/>
      </a:accent5>
      <a:accent6>
        <a:srgbClr val="14B8A6"/>
      </a:accent6>
      <a:hlink>
        <a:srgbClr val="2563EB"/>
      </a:hlink>
      <a:folHlink>
        <a:srgbClr val="7C3AED"/>
      </a:folHlink>
    </a:clrScheme>
    <a:fontScheme name="FairMirror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FairMirror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FairMirror</Application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FairMirror参赛展示初稿</dc:title>
  <dc:creator>FairMirror Team</dc:creator>
  <cp:lastModifiedBy>FairMirror Team</cp:lastModifiedBy>
</cp:coreProperties>
</file>